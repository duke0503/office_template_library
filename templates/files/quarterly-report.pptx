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k)</c:v>
                </c:pt>
              </c:strCache>
            </c:strRef>
          </c:tx>
          <c:spPr>
            <a:solidFill>
              <a:srgbClr val="059669"/>
            </a:solidFill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1310</c:v>
                </c:pt>
                <c:pt idx="1">
                  <c:v>1395</c:v>
                </c:pt>
                <c:pt idx="2">
                  <c:v>1495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Finance team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4.2M, up 12% on Q2.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056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steady at 61%.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2,140 active, up 9%.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month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0972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(USD M)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costs (USD M)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annual plan discount.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two account managers.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USD 4.6M revenue.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</dc:title>
  <dc:subject>PptxGenJS Presentation</dc:subject>
  <dc:creator>Office Template Library</dc:creator>
  <cp:lastModifiedBy>Office Template Library</cp:lastModifiedBy>
  <cp:revision>1</cp:revision>
  <dcterms:created xsi:type="dcterms:W3CDTF">2026-10-29T15:46:55Z</dcterms:created>
  <dcterms:modified xsi:type="dcterms:W3CDTF">2026-10-29T15:46:55Z</dcterms:modified>
</cp:coreProperties>
</file>