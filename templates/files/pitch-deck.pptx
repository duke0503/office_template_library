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shops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340</c:v>
                </c:pt>
                <c:pt idx="2">
                  <c:v>780</c:v>
                </c:pt>
                <c:pt idx="3">
                  <c:v>1450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Pitch Deck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Pitch Deck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company · Seed round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shops lose 3 hours a week reconciling stock by hand.</a:t>
            </a:r>
            <a:endParaRPr lang="en-US" sz="2200" dirty="0"/>
          </a:p>
          <a:p>
            <a:pPr marL="304800" indent="-3048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are built for warehouses, not corner stores.</a:t>
            </a:r>
            <a:endParaRPr lang="en-US" sz="2200" dirty="0"/>
          </a:p>
          <a:p>
            <a:pPr marL="304800" indent="-3048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cost an average shop 4% of monthly revenue.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38404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stock with a phone camera in minutes.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554480"/>
            <a:ext cx="3474720" cy="38404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737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480560" y="24688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stock stay in step automatically.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554480"/>
            <a:ext cx="3474720" cy="38404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1737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0" y="24688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alerts before shelves run empty.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traction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109728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USD 1.5M seed.</a:t>
            </a:r>
            <a:endParaRPr lang="en-US" sz="2200" dirty="0"/>
          </a:p>
          <a:p>
            <a:pPr marL="304800" indent="-3048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of runway.</a:t>
            </a:r>
            <a:endParaRPr lang="en-US" sz="2200" dirty="0"/>
          </a:p>
          <a:p>
            <a:pPr marL="304800" indent="-3048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10,000 shops across Vietnam and Thailand.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Pitch Deck</dc:title>
  <dc:subject>PptxGenJS Presentation</dc:subject>
  <dc:creator>Office Template Library</dc:creator>
  <cp:lastModifiedBy>Office Template Library</cp:lastModifiedBy>
  <cp:revision>1</cp:revision>
  <dcterms:created xsi:type="dcterms:W3CDTF">2026-10-29T15:46:55Z</dcterms:created>
  <dcterms:modified xsi:type="dcterms:W3CDTF">2026-10-29T15:46:55Z</dcterms:modified>
</cp:coreProperties>
</file>