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43F5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Aurora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AF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· November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Aurora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juggle five tools to plan one campaign.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puts brief, assets and schedule in one place.</a:t>
            </a:r>
            <a:endParaRPr lang="en-US" sz="2200" dirty="0"/>
          </a:p>
          <a:p>
            <a:pPr marL="304800" indent="-3048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40 marketing teams in a closed beta.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briefs that everyone signs off.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056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files with review comments.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737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campaign calendar across channels.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plan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briefing and website live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Webinar with beta customers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campaign in three markets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</dc:title>
  <dc:subject>PptxGenJS Presentation</dc:subject>
  <dc:creator>Office Template Library</dc:creator>
  <cp:lastModifiedBy>Office Template Library</cp:lastModifiedBy>
  <cp:revision>1</cp:revision>
  <dcterms:created xsi:type="dcterms:W3CDTF">2026-10-29T15:46:55Z</dcterms:created>
  <dcterms:modified xsi:type="dcterms:W3CDTF">2026-10-29T15:46:55Z</dcterms:modified>
</cp:coreProperties>
</file>