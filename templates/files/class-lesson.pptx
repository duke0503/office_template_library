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59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Lesson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Cycle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· Grade 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will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stages of the water cycle.</a:t>
            </a:r>
            <a:endParaRPr lang="en-US" sz="2200" dirty="0"/>
          </a:p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condensation happen in a bowl.</a:t>
            </a:r>
            <a:endParaRPr lang="en-US" sz="2200" dirty="0"/>
          </a:p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our own water-cycle diagram.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37460" cy="38404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21717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21717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heats water and it rises as vapour.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60420" y="1554480"/>
            <a:ext cx="2537460" cy="38404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43300" y="1737360"/>
            <a:ext cx="21717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43300" y="2468880"/>
            <a:ext cx="21717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 cools and forms clouds.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2537460" cy="38404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737360"/>
            <a:ext cx="21717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5080" y="2468880"/>
            <a:ext cx="21717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falls as rain, snow or hail.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83980" y="1554480"/>
            <a:ext cx="2537460" cy="38404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66860" y="1737360"/>
            <a:ext cx="21717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66860" y="2468880"/>
            <a:ext cx="21717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gathers in rivers, lakes and seas.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stage makes clouds?</a:t>
            </a:r>
            <a:endParaRPr lang="en-US" sz="2200" dirty="0"/>
          </a:p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gives the water cycle its energy?</a:t>
            </a:r>
            <a:endParaRPr lang="en-US" sz="2200" dirty="0"/>
          </a:p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one stage and label 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Classroom Lesson</dc:title>
  <dc:subject>PptxGenJS Presentation</dc:subject>
  <dc:creator>Office Template Library</dc:creator>
  <cp:lastModifiedBy>Office Template Library</cp:lastModifiedBy>
  <cp:revision>1</cp:revision>
  <dcterms:created xsi:type="dcterms:W3CDTF">2026-10-29T15:46:55Z</dcterms:created>
  <dcterms:modified xsi:type="dcterms:W3CDTF">2026-10-29T15:46:55Z</dcterms:modified>
</cp:coreProperties>
</file>